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Host Grotesk Medium"/>
      <p:regular r:id="rId15"/>
    </p:embeddedFont>
    <p:embeddedFont>
      <p:font typeface="Host Grotesk Medium"/>
      <p:regular r:id="rId16"/>
    </p:embeddedFont>
    <p:embeddedFont>
      <p:font typeface="Host Grotesk Medium"/>
      <p:regular r:id="rId17"/>
    </p:embeddedFont>
    <p:embeddedFont>
      <p:font typeface="Host Grotesk Medium"/>
      <p:regular r:id="rId18"/>
    </p:embeddedFont>
    <p:embeddedFont>
      <p:font typeface="Roboto"/>
      <p:regular r:id="rId19"/>
    </p:embeddedFont>
    <p:embeddedFont>
      <p:font typeface="Roboto"/>
      <p:regular r:id="rId20"/>
    </p:embeddedFont>
    <p:embeddedFont>
      <p:font typeface="Roboto"/>
      <p:regular r:id="rId21"/>
    </p:embeddedFont>
    <p:embeddedFont>
      <p:font typeface="Roboto"/>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C7E0E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C7E0E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C7E0E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C7E0E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C7E0E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623768"/>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The Magic of Arduino Uno: Powering Creative Innovation</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555558"/>
            <a:ext cx="6704409" cy="1417558"/>
          </a:xfrm>
          <a:prstGeom prst="rect">
            <a:avLst/>
          </a:prstGeom>
          <a:noFill/>
          <a:ln/>
        </p:spPr>
        <p:txBody>
          <a:bodyPr wrap="squar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What is Arduino Uno? A Quick Refresh!</a:t>
            </a:r>
            <a:endParaRPr lang="en-US" sz="4450" dirty="0"/>
          </a:p>
        </p:txBody>
      </p:sp>
      <p:sp>
        <p:nvSpPr>
          <p:cNvPr id="4" name="Text 1"/>
          <p:cNvSpPr/>
          <p:nvPr/>
        </p:nvSpPr>
        <p:spPr>
          <a:xfrm>
            <a:off x="6280190" y="4313277"/>
            <a:ext cx="6704409"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Think of Arduino Uno as the brain of your inventions! It's a tiny computer board that helps you control lights, motors, and sounds. It's super easy to use and perfect for bringing your creative ideas to life.</a:t>
            </a:r>
            <a:endParaRPr lang="en-US" sz="1750" dirty="0"/>
          </a:p>
        </p:txBody>
      </p:sp>
      <p:pic>
        <p:nvPicPr>
          <p:cNvPr id="5" name="Image 1" descr="preencoded.png">    </p:cNvPr>
          <p:cNvPicPr>
            <a:picLocks noChangeAspect="1"/>
          </p:cNvPicPr>
          <p:nvPr/>
        </p:nvPicPr>
        <p:blipFill>
          <a:blip r:embed="rId2"/>
          <a:stretch>
            <a:fillRect/>
          </a:stretch>
        </p:blipFill>
        <p:spPr>
          <a:xfrm>
            <a:off x="13213080" y="228600"/>
            <a:ext cx="1188720" cy="2656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840480" cy="8229600"/>
          </a:xfrm>
          <a:prstGeom prst="rect">
            <a:avLst/>
          </a:prstGeom>
        </p:spPr>
      </p:pic>
      <p:sp>
        <p:nvSpPr>
          <p:cNvPr id="3" name="Text 0"/>
          <p:cNvSpPr/>
          <p:nvPr/>
        </p:nvSpPr>
        <p:spPr>
          <a:xfrm>
            <a:off x="4385429" y="728067"/>
            <a:ext cx="8599170" cy="1299686"/>
          </a:xfrm>
          <a:prstGeom prst="rect">
            <a:avLst/>
          </a:prstGeom>
          <a:noFill/>
          <a:ln/>
        </p:spPr>
        <p:txBody>
          <a:bodyPr wrap="square" lIns="0" tIns="0" rIns="0" bIns="0" rtlCol="0" anchor="t"/>
          <a:lstStyle/>
          <a:p>
            <a:pPr algn="l" indent="0" marL="0">
              <a:lnSpc>
                <a:spcPts val="5100"/>
              </a:lnSpc>
              <a:buNone/>
            </a:pPr>
            <a:r>
              <a:rPr lang="en-US" sz="4050" dirty="0">
                <a:solidFill>
                  <a:srgbClr val="2E3C4E"/>
                </a:solidFill>
                <a:latin typeface="Host Grotesk Medium" pitchFamily="34" charset="0"/>
                <a:ea typeface="Host Grotesk Medium" pitchFamily="34" charset="-122"/>
                <a:cs typeface="Host Grotesk Medium" pitchFamily="34" charset="-120"/>
              </a:rPr>
              <a:t>Beyond the Basics: Sensing the World</a:t>
            </a:r>
            <a:endParaRPr lang="en-US" sz="4050" dirty="0"/>
          </a:p>
        </p:txBody>
      </p:sp>
      <p:pic>
        <p:nvPicPr>
          <p:cNvPr id="4" name="Image 1" descr="preencoded.png">    </p:cNvPr>
          <p:cNvPicPr>
            <a:picLocks noChangeAspect="1"/>
          </p:cNvPicPr>
          <p:nvPr/>
        </p:nvPicPr>
        <p:blipFill>
          <a:blip r:embed="rId2"/>
          <a:stretch>
            <a:fillRect/>
          </a:stretch>
        </p:blipFill>
        <p:spPr>
          <a:xfrm>
            <a:off x="4385429" y="2339578"/>
            <a:ext cx="519827" cy="519827"/>
          </a:xfrm>
          <a:prstGeom prst="rect">
            <a:avLst/>
          </a:prstGeom>
        </p:spPr>
      </p:pic>
      <p:sp>
        <p:nvSpPr>
          <p:cNvPr id="5" name="Text 1"/>
          <p:cNvSpPr/>
          <p:nvPr/>
        </p:nvSpPr>
        <p:spPr>
          <a:xfrm>
            <a:off x="4385429" y="3119318"/>
            <a:ext cx="2599372" cy="324802"/>
          </a:xfrm>
          <a:prstGeom prst="rect">
            <a:avLst/>
          </a:prstGeom>
          <a:noFill/>
          <a:ln/>
        </p:spPr>
        <p:txBody>
          <a:bodyPr wrap="none" lIns="0" tIns="0" rIns="0" bIns="0" rtlCol="0" anchor="t"/>
          <a:lstStyle/>
          <a:p>
            <a:pPr algn="l" indent="0" marL="0">
              <a:lnSpc>
                <a:spcPts val="2550"/>
              </a:lnSpc>
              <a:buNone/>
            </a:pPr>
            <a:r>
              <a:rPr lang="en-US" sz="2000" dirty="0">
                <a:solidFill>
                  <a:srgbClr val="384653"/>
                </a:solidFill>
                <a:latin typeface="Host Grotesk Medium" pitchFamily="34" charset="0"/>
                <a:ea typeface="Host Grotesk Medium" pitchFamily="34" charset="-122"/>
                <a:cs typeface="Host Grotesk Medium" pitchFamily="34" charset="-120"/>
              </a:rPr>
              <a:t>Motion Sensors</a:t>
            </a:r>
            <a:endParaRPr lang="en-US" sz="2000" dirty="0"/>
          </a:p>
        </p:txBody>
      </p:sp>
      <p:sp>
        <p:nvSpPr>
          <p:cNvPr id="6" name="Text 2"/>
          <p:cNvSpPr/>
          <p:nvPr/>
        </p:nvSpPr>
        <p:spPr>
          <a:xfrm>
            <a:off x="4385429" y="3568779"/>
            <a:ext cx="4169569" cy="935831"/>
          </a:xfrm>
          <a:prstGeom prst="rect">
            <a:avLst/>
          </a:prstGeom>
          <a:noFill/>
          <a:ln/>
        </p:spPr>
        <p:txBody>
          <a:bodyPr wrap="square" lIns="0" tIns="0" rIns="0" bIns="0" rtlCol="0" anchor="t"/>
          <a:lstStyle/>
          <a:p>
            <a:pPr algn="l" indent="0" marL="0">
              <a:lnSpc>
                <a:spcPts val="2450"/>
              </a:lnSpc>
              <a:buNone/>
            </a:pPr>
            <a:r>
              <a:rPr lang="en-US" sz="1600" dirty="0">
                <a:solidFill>
                  <a:srgbClr val="384653"/>
                </a:solidFill>
                <a:latin typeface="Roboto" pitchFamily="34" charset="0"/>
                <a:ea typeface="Roboto" pitchFamily="34" charset="-122"/>
                <a:cs typeface="Roboto" pitchFamily="34" charset="-120"/>
              </a:rPr>
              <a:t>These act like eyes for your Arduino, detecting when something moves nearby. Perfect for automatic lights or secret alarms!</a:t>
            </a:r>
            <a:endParaRPr lang="en-US" sz="1600" dirty="0"/>
          </a:p>
        </p:txBody>
      </p:sp>
      <p:pic>
        <p:nvPicPr>
          <p:cNvPr id="7" name="Image 2" descr="preencoded.png">    </p:cNvPr>
          <p:cNvPicPr>
            <a:picLocks noChangeAspect="1"/>
          </p:cNvPicPr>
          <p:nvPr/>
        </p:nvPicPr>
        <p:blipFill>
          <a:blip r:embed="rId3"/>
          <a:stretch>
            <a:fillRect/>
          </a:stretch>
        </p:blipFill>
        <p:spPr>
          <a:xfrm>
            <a:off x="8814911" y="2339578"/>
            <a:ext cx="519827" cy="519827"/>
          </a:xfrm>
          <a:prstGeom prst="rect">
            <a:avLst/>
          </a:prstGeom>
        </p:spPr>
      </p:pic>
      <p:sp>
        <p:nvSpPr>
          <p:cNvPr id="8" name="Text 3"/>
          <p:cNvSpPr/>
          <p:nvPr/>
        </p:nvSpPr>
        <p:spPr>
          <a:xfrm>
            <a:off x="8814911" y="3119318"/>
            <a:ext cx="2599372" cy="324802"/>
          </a:xfrm>
          <a:prstGeom prst="rect">
            <a:avLst/>
          </a:prstGeom>
          <a:noFill/>
          <a:ln/>
        </p:spPr>
        <p:txBody>
          <a:bodyPr wrap="none" lIns="0" tIns="0" rIns="0" bIns="0" rtlCol="0" anchor="t"/>
          <a:lstStyle/>
          <a:p>
            <a:pPr algn="l" indent="0" marL="0">
              <a:lnSpc>
                <a:spcPts val="2550"/>
              </a:lnSpc>
              <a:buNone/>
            </a:pPr>
            <a:r>
              <a:rPr lang="en-US" sz="2000" dirty="0">
                <a:solidFill>
                  <a:srgbClr val="384653"/>
                </a:solidFill>
                <a:latin typeface="Host Grotesk Medium" pitchFamily="34" charset="0"/>
                <a:ea typeface="Host Grotesk Medium" pitchFamily="34" charset="-122"/>
                <a:cs typeface="Host Grotesk Medium" pitchFamily="34" charset="-120"/>
              </a:rPr>
              <a:t>Temperature Sensors</a:t>
            </a:r>
            <a:endParaRPr lang="en-US" sz="2000" dirty="0"/>
          </a:p>
        </p:txBody>
      </p:sp>
      <p:sp>
        <p:nvSpPr>
          <p:cNvPr id="9" name="Text 4"/>
          <p:cNvSpPr/>
          <p:nvPr/>
        </p:nvSpPr>
        <p:spPr>
          <a:xfrm>
            <a:off x="8814911" y="3568779"/>
            <a:ext cx="4169688" cy="935831"/>
          </a:xfrm>
          <a:prstGeom prst="rect">
            <a:avLst/>
          </a:prstGeom>
          <a:noFill/>
          <a:ln/>
        </p:spPr>
        <p:txBody>
          <a:bodyPr wrap="square" lIns="0" tIns="0" rIns="0" bIns="0" rtlCol="0" anchor="t"/>
          <a:lstStyle/>
          <a:p>
            <a:pPr algn="l" indent="0" marL="0">
              <a:lnSpc>
                <a:spcPts val="2450"/>
              </a:lnSpc>
              <a:buNone/>
            </a:pPr>
            <a:r>
              <a:rPr lang="en-US" sz="1600" dirty="0">
                <a:solidFill>
                  <a:srgbClr val="384653"/>
                </a:solidFill>
                <a:latin typeface="Roboto" pitchFamily="34" charset="0"/>
                <a:ea typeface="Roboto" pitchFamily="34" charset="-122"/>
                <a:cs typeface="Roboto" pitchFamily="34" charset="-120"/>
              </a:rPr>
              <a:t>Know how hot or cold it is! Your Arduino can use this to turn on a fan if it gets too warm, or warn you about chilly weather.</a:t>
            </a:r>
            <a:endParaRPr lang="en-US" sz="1600" dirty="0"/>
          </a:p>
        </p:txBody>
      </p:sp>
      <p:pic>
        <p:nvPicPr>
          <p:cNvPr id="10" name="Image 3" descr="preencoded.png">    </p:cNvPr>
          <p:cNvPicPr>
            <a:picLocks noChangeAspect="1"/>
          </p:cNvPicPr>
          <p:nvPr/>
        </p:nvPicPr>
        <p:blipFill>
          <a:blip r:embed="rId4"/>
          <a:stretch>
            <a:fillRect/>
          </a:stretch>
        </p:blipFill>
        <p:spPr>
          <a:xfrm>
            <a:off x="4385429" y="5024438"/>
            <a:ext cx="519827" cy="519827"/>
          </a:xfrm>
          <a:prstGeom prst="rect">
            <a:avLst/>
          </a:prstGeom>
        </p:spPr>
      </p:pic>
      <p:sp>
        <p:nvSpPr>
          <p:cNvPr id="11" name="Text 5"/>
          <p:cNvSpPr/>
          <p:nvPr/>
        </p:nvSpPr>
        <p:spPr>
          <a:xfrm>
            <a:off x="4385429" y="5804178"/>
            <a:ext cx="2599372" cy="324802"/>
          </a:xfrm>
          <a:prstGeom prst="rect">
            <a:avLst/>
          </a:prstGeom>
          <a:noFill/>
          <a:ln/>
        </p:spPr>
        <p:txBody>
          <a:bodyPr wrap="none" lIns="0" tIns="0" rIns="0" bIns="0" rtlCol="0" anchor="t"/>
          <a:lstStyle/>
          <a:p>
            <a:pPr algn="l" indent="0" marL="0">
              <a:lnSpc>
                <a:spcPts val="2550"/>
              </a:lnSpc>
              <a:buNone/>
            </a:pPr>
            <a:r>
              <a:rPr lang="en-US" sz="2000" dirty="0">
                <a:solidFill>
                  <a:srgbClr val="384653"/>
                </a:solidFill>
                <a:latin typeface="Host Grotesk Medium" pitchFamily="34" charset="0"/>
                <a:ea typeface="Host Grotesk Medium" pitchFamily="34" charset="-122"/>
                <a:cs typeface="Host Grotesk Medium" pitchFamily="34" charset="-120"/>
              </a:rPr>
              <a:t>Light Sensors</a:t>
            </a:r>
            <a:endParaRPr lang="en-US" sz="2000" dirty="0"/>
          </a:p>
        </p:txBody>
      </p:sp>
      <p:sp>
        <p:nvSpPr>
          <p:cNvPr id="12" name="Text 6"/>
          <p:cNvSpPr/>
          <p:nvPr/>
        </p:nvSpPr>
        <p:spPr>
          <a:xfrm>
            <a:off x="4385429" y="6253639"/>
            <a:ext cx="4169569" cy="1247775"/>
          </a:xfrm>
          <a:prstGeom prst="rect">
            <a:avLst/>
          </a:prstGeom>
          <a:noFill/>
          <a:ln/>
        </p:spPr>
        <p:txBody>
          <a:bodyPr wrap="square" lIns="0" tIns="0" rIns="0" bIns="0" rtlCol="0" anchor="t"/>
          <a:lstStyle/>
          <a:p>
            <a:pPr algn="l" indent="0" marL="0">
              <a:lnSpc>
                <a:spcPts val="2450"/>
              </a:lnSpc>
              <a:buNone/>
            </a:pPr>
            <a:r>
              <a:rPr lang="en-US" sz="1600" dirty="0">
                <a:solidFill>
                  <a:srgbClr val="384653"/>
                </a:solidFill>
                <a:latin typeface="Roboto" pitchFamily="34" charset="0"/>
                <a:ea typeface="Roboto" pitchFamily="34" charset="-122"/>
                <a:cs typeface="Roboto" pitchFamily="34" charset="-120"/>
              </a:rPr>
              <a:t>These help your Arduino see how bright it is. You can make projects that react to daylight or even build a night light that turns on by itself.</a:t>
            </a:r>
            <a:endParaRPr lang="en-US" sz="1600" dirty="0"/>
          </a:p>
        </p:txBody>
      </p:sp>
      <p:pic>
        <p:nvPicPr>
          <p:cNvPr id="13" name="Image 4" descr="preencoded.png">    </p:cNvPr>
          <p:cNvPicPr>
            <a:picLocks noChangeAspect="1"/>
          </p:cNvPicPr>
          <p:nvPr/>
        </p:nvPicPr>
        <p:blipFill>
          <a:blip r:embed="rId5"/>
          <a:stretch>
            <a:fillRect/>
          </a:stretch>
        </p:blipFill>
        <p:spPr>
          <a:xfrm>
            <a:off x="13213080" y="228600"/>
            <a:ext cx="1188720" cy="2656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04662"/>
            <a:ext cx="7924086"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Bringing Things to Life: Motors</a:t>
            </a:r>
            <a:endParaRPr lang="en-US" sz="4450" dirty="0"/>
          </a:p>
        </p:txBody>
      </p:sp>
      <p:sp>
        <p:nvSpPr>
          <p:cNvPr id="3" name="Text 1"/>
          <p:cNvSpPr/>
          <p:nvPr/>
        </p:nvSpPr>
        <p:spPr>
          <a:xfrm>
            <a:off x="793790" y="2380417"/>
            <a:ext cx="4128968"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Make Things Move with Motors!</a:t>
            </a:r>
            <a:endParaRPr lang="en-US" sz="2200" dirty="0"/>
          </a:p>
        </p:txBody>
      </p:sp>
      <p:sp>
        <p:nvSpPr>
          <p:cNvPr id="4" name="Text 2"/>
          <p:cNvSpPr/>
          <p:nvPr/>
        </p:nvSpPr>
        <p:spPr>
          <a:xfrm>
            <a:off x="793790" y="2961561"/>
            <a:ext cx="5818703"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With Arduino, you can bring your creations to life! Control tiny motors to spin, push, or pull, enabling you to build robots that move, automated arms that grasp, or even your own interactive toys.</a:t>
            </a:r>
            <a:endParaRPr lang="en-US" sz="1750" dirty="0"/>
          </a:p>
        </p:txBody>
      </p:sp>
      <p:pic>
        <p:nvPicPr>
          <p:cNvPr id="5" name="Image 0" descr="preencoded.png">    </p:cNvPr>
          <p:cNvPicPr>
            <a:picLocks noChangeAspect="1"/>
          </p:cNvPicPr>
          <p:nvPr/>
        </p:nvPicPr>
        <p:blipFill>
          <a:blip r:embed="rId1"/>
          <a:stretch>
            <a:fillRect/>
          </a:stretch>
        </p:blipFill>
        <p:spPr>
          <a:xfrm>
            <a:off x="7852410" y="2408753"/>
            <a:ext cx="4460915" cy="4460915"/>
          </a:xfrm>
          <a:prstGeom prst="rect">
            <a:avLst/>
          </a:prstGeom>
        </p:spPr>
      </p:pic>
      <p:pic>
        <p:nvPicPr>
          <p:cNvPr id="6" name="Image 1" descr="preencoded.png">    </p:cNvPr>
          <p:cNvPicPr>
            <a:picLocks noChangeAspect="1"/>
          </p:cNvPicPr>
          <p:nvPr/>
        </p:nvPicPr>
        <p:blipFill>
          <a:blip r:embed="rId2"/>
          <a:stretch>
            <a:fillRect/>
          </a:stretch>
        </p:blipFill>
        <p:spPr>
          <a:xfrm>
            <a:off x="13213080" y="228600"/>
            <a:ext cx="1188720" cy="2656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52606"/>
          </a:xfrm>
          <a:prstGeom prst="rect">
            <a:avLst/>
          </a:prstGeom>
        </p:spPr>
      </p:pic>
      <p:sp>
        <p:nvSpPr>
          <p:cNvPr id="3" name="Text 0"/>
          <p:cNvSpPr/>
          <p:nvPr/>
        </p:nvSpPr>
        <p:spPr>
          <a:xfrm>
            <a:off x="734020" y="3198376"/>
            <a:ext cx="5243393" cy="663059"/>
          </a:xfrm>
          <a:prstGeom prst="rect">
            <a:avLst/>
          </a:prstGeom>
          <a:noFill/>
          <a:ln/>
        </p:spPr>
        <p:txBody>
          <a:bodyPr wrap="none" lIns="0" tIns="0" rIns="0" bIns="0" rtlCol="0" anchor="t"/>
          <a:lstStyle/>
          <a:p>
            <a:pPr algn="l" indent="0" marL="0">
              <a:lnSpc>
                <a:spcPts val="5150"/>
              </a:lnSpc>
              <a:buNone/>
            </a:pPr>
            <a:r>
              <a:rPr lang="en-US" sz="4100" dirty="0">
                <a:solidFill>
                  <a:srgbClr val="2E3C4E"/>
                </a:solidFill>
                <a:latin typeface="Host Grotesk Medium" pitchFamily="34" charset="0"/>
                <a:ea typeface="Host Grotesk Medium" pitchFamily="34" charset="-122"/>
                <a:cs typeface="Host Grotesk Medium" pitchFamily="34" charset="-120"/>
              </a:rPr>
              <a:t>Sounds !</a:t>
            </a:r>
            <a:pPr algn="l" indent="0" marL="0">
              <a:lnSpc>
                <a:spcPts val="5150"/>
              </a:lnSpc>
              <a:buNone/>
            </a:pPr>
            <a:r>
              <a:rPr lang="en-US" sz="4100" dirty="0">
                <a:solidFill>
                  <a:srgbClr val="000000"/>
                </a:solidFill>
                <a:latin typeface="Host Grotesk Medium" pitchFamily="34" charset="0"/>
                <a:ea typeface="Host Grotesk Medium" pitchFamily="34" charset="-122"/>
                <a:cs typeface="Host Grotesk Medium" pitchFamily="34" charset="-120"/>
              </a:rPr>
              <a:t>🔊</a:t>
            </a:r>
            <a:endParaRPr lang="en-US" sz="4100" dirty="0"/>
          </a:p>
        </p:txBody>
      </p:sp>
      <p:pic>
        <p:nvPicPr>
          <p:cNvPr id="4" name="Image 1" descr="preencoded.png">    </p:cNvPr>
          <p:cNvPicPr>
            <a:picLocks noChangeAspect="1"/>
          </p:cNvPicPr>
          <p:nvPr/>
        </p:nvPicPr>
        <p:blipFill>
          <a:blip r:embed="rId2"/>
          <a:stretch>
            <a:fillRect/>
          </a:stretch>
        </p:blipFill>
        <p:spPr>
          <a:xfrm>
            <a:off x="734020" y="4411861"/>
            <a:ext cx="4821079" cy="3298627"/>
          </a:xfrm>
          <a:prstGeom prst="rect">
            <a:avLst/>
          </a:prstGeom>
        </p:spPr>
      </p:pic>
      <p:sp>
        <p:nvSpPr>
          <p:cNvPr id="5" name="Text 1"/>
          <p:cNvSpPr/>
          <p:nvPr/>
        </p:nvSpPr>
        <p:spPr>
          <a:xfrm>
            <a:off x="6074450" y="4364712"/>
            <a:ext cx="7829431" cy="629364"/>
          </a:xfrm>
          <a:prstGeom prst="rect">
            <a:avLst/>
          </a:prstGeom>
          <a:noFill/>
          <a:ln/>
        </p:spPr>
        <p:txBody>
          <a:bodyPr wrap="square" lIns="0" tIns="0" rIns="0" bIns="0" rtlCol="0" anchor="t"/>
          <a:lstStyle/>
          <a:p>
            <a:pPr algn="l" indent="0" marL="0">
              <a:lnSpc>
                <a:spcPts val="2450"/>
              </a:lnSpc>
              <a:buNone/>
            </a:pPr>
            <a:r>
              <a:rPr lang="en-US" sz="1650" dirty="0">
                <a:solidFill>
                  <a:srgbClr val="384653"/>
                </a:solidFill>
                <a:latin typeface="Roboto" pitchFamily="34" charset="0"/>
                <a:ea typeface="Roboto" pitchFamily="34" charset="-122"/>
                <a:cs typeface="Roboto" pitchFamily="34" charset="-120"/>
              </a:rPr>
              <a:t>We can use a Arduino and a piezo buzzer to make our </a:t>
            </a:r>
            <a:pPr algn="l" indent="0" marL="0">
              <a:lnSpc>
                <a:spcPts val="2450"/>
              </a:lnSpc>
              <a:buNone/>
            </a:pPr>
            <a:r>
              <a:rPr lang="en-US" sz="1650" b="1" dirty="0">
                <a:solidFill>
                  <a:srgbClr val="384653"/>
                </a:solidFill>
                <a:latin typeface="Roboto" pitchFamily="34" charset="0"/>
                <a:ea typeface="Roboto" pitchFamily="34" charset="-122"/>
                <a:cs typeface="Roboto" pitchFamily="34" charset="-120"/>
              </a:rPr>
              <a:t>Arduino play a song using a buzzer</a:t>
            </a:r>
            <a:pPr algn="l" indent="0" marL="0">
              <a:lnSpc>
                <a:spcPts val="2450"/>
              </a:lnSpc>
              <a:buNone/>
            </a:pPr>
            <a:r>
              <a:rPr lang="en-US" sz="1650" dirty="0">
                <a:solidFill>
                  <a:srgbClr val="384653"/>
                </a:solidFill>
                <a:latin typeface="Roboto" pitchFamily="34" charset="0"/>
                <a:ea typeface="Roboto" pitchFamily="34" charset="-122"/>
                <a:cs typeface="Roboto" pitchFamily="34" charset="-120"/>
              </a:rPr>
              <a:t> </a:t>
            </a:r>
            <a:endParaRPr lang="en-US" sz="1650" dirty="0"/>
          </a:p>
        </p:txBody>
      </p:sp>
      <p:sp>
        <p:nvSpPr>
          <p:cNvPr id="6" name="Text 2"/>
          <p:cNvSpPr/>
          <p:nvPr/>
        </p:nvSpPr>
        <p:spPr>
          <a:xfrm>
            <a:off x="6074450" y="5182791"/>
            <a:ext cx="7829431" cy="393263"/>
          </a:xfrm>
          <a:prstGeom prst="rect">
            <a:avLst/>
          </a:prstGeom>
          <a:noFill/>
          <a:ln/>
        </p:spPr>
        <p:txBody>
          <a:bodyPr wrap="none" lIns="0" tIns="0" rIns="0" bIns="0" rtlCol="0" anchor="t"/>
          <a:lstStyle/>
          <a:p>
            <a:pPr algn="l" indent="0" marL="0">
              <a:lnSpc>
                <a:spcPts val="3050"/>
              </a:lnSpc>
              <a:buNone/>
            </a:pPr>
            <a:r>
              <a:rPr lang="en-US" sz="2050" dirty="0">
                <a:solidFill>
                  <a:srgbClr val="384653"/>
                </a:solidFill>
                <a:latin typeface="Roboto" pitchFamily="34" charset="0"/>
                <a:ea typeface="Roboto" pitchFamily="34" charset="-122"/>
                <a:cs typeface="Roboto" pitchFamily="34" charset="-120"/>
              </a:rPr>
              <a:t>What is a Buzzer?</a:t>
            </a:r>
            <a:endParaRPr lang="en-US" sz="2050" dirty="0"/>
          </a:p>
        </p:txBody>
      </p:sp>
      <p:sp>
        <p:nvSpPr>
          <p:cNvPr id="7" name="Text 3"/>
          <p:cNvSpPr/>
          <p:nvPr/>
        </p:nvSpPr>
        <p:spPr>
          <a:xfrm>
            <a:off x="6074450" y="5764768"/>
            <a:ext cx="7829431" cy="629364"/>
          </a:xfrm>
          <a:prstGeom prst="rect">
            <a:avLst/>
          </a:prstGeom>
          <a:noFill/>
          <a:ln/>
        </p:spPr>
        <p:txBody>
          <a:bodyPr wrap="square" lIns="0" tIns="0" rIns="0" bIns="0" rtlCol="0" anchor="t"/>
          <a:lstStyle/>
          <a:p>
            <a:pPr algn="l" indent="0" marL="0">
              <a:lnSpc>
                <a:spcPts val="2450"/>
              </a:lnSpc>
              <a:buNone/>
            </a:pPr>
            <a:r>
              <a:rPr lang="en-US" sz="1650" dirty="0">
                <a:solidFill>
                  <a:srgbClr val="384653"/>
                </a:solidFill>
                <a:latin typeface="Roboto" pitchFamily="34" charset="0"/>
                <a:ea typeface="Roboto" pitchFamily="34" charset="-122"/>
                <a:cs typeface="Roboto" pitchFamily="34" charset="-120"/>
              </a:rPr>
              <a:t>A </a:t>
            </a:r>
            <a:pPr algn="l" indent="0" marL="0">
              <a:lnSpc>
                <a:spcPts val="2450"/>
              </a:lnSpc>
              <a:buNone/>
            </a:pPr>
            <a:r>
              <a:rPr lang="en-US" sz="1650" b="1" dirty="0">
                <a:solidFill>
                  <a:srgbClr val="384653"/>
                </a:solidFill>
                <a:latin typeface="Roboto" pitchFamily="34" charset="0"/>
                <a:ea typeface="Roboto" pitchFamily="34" charset="-122"/>
                <a:cs typeface="Roboto" pitchFamily="34" charset="-120"/>
              </a:rPr>
              <a:t>buzzer</a:t>
            </a:r>
            <a:pPr algn="l" indent="0" marL="0">
              <a:lnSpc>
                <a:spcPts val="2450"/>
              </a:lnSpc>
              <a:buNone/>
            </a:pPr>
            <a:r>
              <a:rPr lang="en-US" sz="1650" dirty="0">
                <a:solidFill>
                  <a:srgbClr val="384653"/>
                </a:solidFill>
                <a:latin typeface="Roboto" pitchFamily="34" charset="0"/>
                <a:ea typeface="Roboto" pitchFamily="34" charset="-122"/>
                <a:cs typeface="Roboto" pitchFamily="34" charset="-120"/>
              </a:rPr>
              <a:t> is a tiny speaker that makes sounds when we tell it to. We can make it sing high notes or low notes by sending special instructions from our Arduino!</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95965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Let There Be Light!</a:t>
            </a:r>
            <a:endParaRPr lang="en-US" sz="2200" dirty="0"/>
          </a:p>
        </p:txBody>
      </p:sp>
      <p:sp>
        <p:nvSpPr>
          <p:cNvPr id="4" name="Text 1"/>
          <p:cNvSpPr/>
          <p:nvPr/>
        </p:nvSpPr>
        <p:spPr>
          <a:xfrm>
            <a:off x="6280190" y="3569137"/>
            <a:ext cx="6704409" cy="1700808"/>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From blinking indicators to dazzling displays, Arduino lets you control all kinds of lights. Easily connect LEDs and program them to turn on and off, fade, or create complex patterns. Perfect for interactive night lights, flashy warning signals, or adding cool visual flair to your robot's eyes!</a:t>
            </a:r>
            <a:endParaRPr lang="en-US" sz="1750" dirty="0"/>
          </a:p>
        </p:txBody>
      </p:sp>
      <p:pic>
        <p:nvPicPr>
          <p:cNvPr id="5" name="Image 1" descr="preencoded.png">    </p:cNvPr>
          <p:cNvPicPr>
            <a:picLocks noChangeAspect="1"/>
          </p:cNvPicPr>
          <p:nvPr/>
        </p:nvPicPr>
        <p:blipFill>
          <a:blip r:embed="rId2"/>
          <a:stretch>
            <a:fillRect/>
          </a:stretch>
        </p:blipFill>
        <p:spPr>
          <a:xfrm>
            <a:off x="13213080" y="228600"/>
            <a:ext cx="1188720" cy="2656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00175"/>
            <a:ext cx="8264247"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Sounds, Lights, and Fun Robots!</a:t>
            </a:r>
            <a:endParaRPr lang="en-US" sz="4450" dirty="0"/>
          </a:p>
        </p:txBody>
      </p:sp>
      <p:sp>
        <p:nvSpPr>
          <p:cNvPr id="3" name="Text 1"/>
          <p:cNvSpPr/>
          <p:nvPr/>
        </p:nvSpPr>
        <p:spPr>
          <a:xfrm>
            <a:off x="1466969" y="3770352"/>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Cool Light Shows</a:t>
            </a:r>
            <a:endParaRPr lang="en-US" sz="2200" dirty="0"/>
          </a:p>
        </p:txBody>
      </p:sp>
      <p:sp>
        <p:nvSpPr>
          <p:cNvPr id="4" name="Text 2"/>
          <p:cNvSpPr/>
          <p:nvPr/>
        </p:nvSpPr>
        <p:spPr>
          <a:xfrm>
            <a:off x="793790" y="4260771"/>
            <a:ext cx="3508415" cy="1360646"/>
          </a:xfrm>
          <a:prstGeom prst="rect">
            <a:avLst/>
          </a:prstGeom>
          <a:noFill/>
          <a:ln/>
        </p:spPr>
        <p:txBody>
          <a:bodyPr wrap="square" lIns="0" tIns="0" rIns="0" bIns="0" rtlCol="0" anchor="t"/>
          <a:lstStyle/>
          <a:p>
            <a:pPr algn="r" indent="0" marL="0">
              <a:lnSpc>
                <a:spcPts val="2650"/>
              </a:lnSpc>
              <a:buNone/>
            </a:pPr>
            <a:r>
              <a:rPr lang="en-US" sz="1750" dirty="0">
                <a:solidFill>
                  <a:srgbClr val="384653"/>
                </a:solidFill>
                <a:latin typeface="Roboto" pitchFamily="34" charset="0"/>
                <a:ea typeface="Roboto" pitchFamily="34" charset="-122"/>
                <a:cs typeface="Roboto" pitchFamily="34" charset="-120"/>
              </a:rPr>
              <a:t>Program LEDs to blink, fade, or create amazing patterns. Imagine a personal light show just for your room!</a:t>
            </a:r>
            <a:endParaRPr lang="en-US" sz="1750" dirty="0"/>
          </a:p>
        </p:txBody>
      </p:sp>
      <p:pic>
        <p:nvPicPr>
          <p:cNvPr id="5" name="Image 0" descr="preencoded.png">    </p:cNvPr>
          <p:cNvPicPr>
            <a:picLocks noChangeAspect="1"/>
          </p:cNvPicPr>
          <p:nvPr/>
        </p:nvPicPr>
        <p:blipFill>
          <a:blip r:embed="rId1"/>
          <a:stretch>
            <a:fillRect/>
          </a:stretch>
        </p:blipFill>
        <p:spPr>
          <a:xfrm>
            <a:off x="4755832" y="2562582"/>
            <a:ext cx="4266724" cy="4266724"/>
          </a:xfrm>
          <a:prstGeom prst="rect">
            <a:avLst/>
          </a:prstGeom>
        </p:spPr>
      </p:pic>
      <p:pic>
        <p:nvPicPr>
          <p:cNvPr id="6" name="Image 1" descr="preencoded.png">    </p:cNvPr>
          <p:cNvPicPr>
            <a:picLocks noChangeAspect="1"/>
          </p:cNvPicPr>
          <p:nvPr/>
        </p:nvPicPr>
        <p:blipFill>
          <a:blip r:embed="rId2"/>
          <a:stretch>
            <a:fillRect/>
          </a:stretch>
        </p:blipFill>
        <p:spPr>
          <a:xfrm>
            <a:off x="5226129" y="4483775"/>
            <a:ext cx="339328" cy="424220"/>
          </a:xfrm>
          <a:prstGeom prst="rect">
            <a:avLst/>
          </a:prstGeom>
        </p:spPr>
      </p:pic>
      <p:sp>
        <p:nvSpPr>
          <p:cNvPr id="7" name="Text 3"/>
          <p:cNvSpPr/>
          <p:nvPr/>
        </p:nvSpPr>
        <p:spPr>
          <a:xfrm>
            <a:off x="9362718" y="270367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Awesome Sounds</a:t>
            </a:r>
            <a:endParaRPr lang="en-US" sz="2200" dirty="0"/>
          </a:p>
        </p:txBody>
      </p:sp>
      <p:sp>
        <p:nvSpPr>
          <p:cNvPr id="8" name="Text 4"/>
          <p:cNvSpPr/>
          <p:nvPr/>
        </p:nvSpPr>
        <p:spPr>
          <a:xfrm>
            <a:off x="9362718" y="3194090"/>
            <a:ext cx="3621881"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Add buzzers or tiny speakers to make your projects sing, beep, or even play a simple tune.</a:t>
            </a:r>
            <a:endParaRPr lang="en-US" sz="1750" dirty="0"/>
          </a:p>
        </p:txBody>
      </p:sp>
      <p:pic>
        <p:nvPicPr>
          <p:cNvPr id="9" name="Image 2" descr="preencoded.png">    </p:cNvPr>
          <p:cNvPicPr>
            <a:picLocks noChangeAspect="1"/>
          </p:cNvPicPr>
          <p:nvPr/>
        </p:nvPicPr>
        <p:blipFill>
          <a:blip r:embed="rId3"/>
          <a:stretch>
            <a:fillRect/>
          </a:stretch>
        </p:blipFill>
        <p:spPr>
          <a:xfrm>
            <a:off x="4755832" y="2562582"/>
            <a:ext cx="4266724" cy="4266724"/>
          </a:xfrm>
          <a:prstGeom prst="rect">
            <a:avLst/>
          </a:prstGeom>
        </p:spPr>
      </p:pic>
      <p:pic>
        <p:nvPicPr>
          <p:cNvPr id="10" name="Image 3" descr="preencoded.png">    </p:cNvPr>
          <p:cNvPicPr>
            <a:picLocks noChangeAspect="1"/>
          </p:cNvPicPr>
          <p:nvPr/>
        </p:nvPicPr>
        <p:blipFill>
          <a:blip r:embed="rId4"/>
          <a:stretch>
            <a:fillRect/>
          </a:stretch>
        </p:blipFill>
        <p:spPr>
          <a:xfrm>
            <a:off x="7466171" y="3190399"/>
            <a:ext cx="339328" cy="424220"/>
          </a:xfrm>
          <a:prstGeom prst="rect">
            <a:avLst/>
          </a:prstGeom>
        </p:spPr>
      </p:pic>
      <p:sp>
        <p:nvSpPr>
          <p:cNvPr id="11" name="Text 5"/>
          <p:cNvSpPr/>
          <p:nvPr/>
        </p:nvSpPr>
        <p:spPr>
          <a:xfrm>
            <a:off x="9362718" y="48370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Interactive Robots</a:t>
            </a:r>
            <a:endParaRPr lang="en-US" sz="2200" dirty="0"/>
          </a:p>
        </p:txBody>
      </p:sp>
      <p:sp>
        <p:nvSpPr>
          <p:cNvPr id="12" name="Text 6"/>
          <p:cNvSpPr/>
          <p:nvPr/>
        </p:nvSpPr>
        <p:spPr>
          <a:xfrm>
            <a:off x="9362718" y="5327452"/>
            <a:ext cx="3621881"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Combine everything to build robots that move, react to their environment, and even make sounds!</a:t>
            </a:r>
            <a:endParaRPr lang="en-US" sz="1750" dirty="0"/>
          </a:p>
        </p:txBody>
      </p:sp>
      <p:pic>
        <p:nvPicPr>
          <p:cNvPr id="13" name="Image 4" descr="preencoded.png">    </p:cNvPr>
          <p:cNvPicPr>
            <a:picLocks noChangeAspect="1"/>
          </p:cNvPicPr>
          <p:nvPr/>
        </p:nvPicPr>
        <p:blipFill>
          <a:blip r:embed="rId5"/>
          <a:stretch>
            <a:fillRect/>
          </a:stretch>
        </p:blipFill>
        <p:spPr>
          <a:xfrm>
            <a:off x="4755832" y="2562582"/>
            <a:ext cx="4266724" cy="4266724"/>
          </a:xfrm>
          <a:prstGeom prst="rect">
            <a:avLst/>
          </a:prstGeom>
        </p:spPr>
      </p:pic>
      <p:pic>
        <p:nvPicPr>
          <p:cNvPr id="14" name="Image 5" descr="preencoded.png">    </p:cNvPr>
          <p:cNvPicPr>
            <a:picLocks noChangeAspect="1"/>
          </p:cNvPicPr>
          <p:nvPr/>
        </p:nvPicPr>
        <p:blipFill>
          <a:blip r:embed="rId6"/>
          <a:stretch>
            <a:fillRect/>
          </a:stretch>
        </p:blipFill>
        <p:spPr>
          <a:xfrm>
            <a:off x="7466171" y="5777032"/>
            <a:ext cx="339328" cy="424220"/>
          </a:xfrm>
          <a:prstGeom prst="rect">
            <a:avLst/>
          </a:prstGeom>
        </p:spPr>
      </p:pic>
      <p:pic>
        <p:nvPicPr>
          <p:cNvPr id="15" name="Image 6" descr="preencoded.png">    </p:cNvPr>
          <p:cNvPicPr>
            <a:picLocks noChangeAspect="1"/>
          </p:cNvPicPr>
          <p:nvPr/>
        </p:nvPicPr>
        <p:blipFill>
          <a:blip r:embed="rId7"/>
          <a:stretch>
            <a:fillRect/>
          </a:stretch>
        </p:blipFill>
        <p:spPr>
          <a:xfrm>
            <a:off x="13213080" y="228600"/>
            <a:ext cx="1188720" cy="2656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571738" y="703659"/>
            <a:ext cx="7717631" cy="510540"/>
          </a:xfrm>
          <a:prstGeom prst="rect">
            <a:avLst/>
          </a:prstGeom>
          <a:noFill/>
          <a:ln/>
        </p:spPr>
        <p:txBody>
          <a:bodyPr wrap="none" lIns="0" tIns="0" rIns="0" bIns="0" rtlCol="0" anchor="t"/>
          <a:lstStyle/>
          <a:p>
            <a:pPr algn="l" indent="0" marL="0">
              <a:lnSpc>
                <a:spcPts val="4000"/>
              </a:lnSpc>
              <a:buNone/>
            </a:pPr>
            <a:r>
              <a:rPr lang="en-US" sz="3200" dirty="0">
                <a:solidFill>
                  <a:srgbClr val="2E3C4E"/>
                </a:solidFill>
                <a:latin typeface="Host Grotesk Medium" pitchFamily="34" charset="0"/>
                <a:ea typeface="Host Grotesk Medium" pitchFamily="34" charset="-122"/>
                <a:cs typeface="Host Grotesk Medium" pitchFamily="34" charset="-120"/>
              </a:rPr>
              <a:t>Exciting Arduino Projects We Build Today!</a:t>
            </a:r>
            <a:endParaRPr lang="en-US" sz="3200" dirty="0"/>
          </a:p>
        </p:txBody>
      </p:sp>
      <p:sp>
        <p:nvSpPr>
          <p:cNvPr id="4" name="Text 1"/>
          <p:cNvSpPr/>
          <p:nvPr/>
        </p:nvSpPr>
        <p:spPr>
          <a:xfrm>
            <a:off x="571738" y="1459230"/>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we are going to blow up a led with the help up of Arduino uno </a:t>
            </a:r>
            <a:endParaRPr lang="en-US" sz="1250" dirty="0"/>
          </a:p>
        </p:txBody>
      </p:sp>
      <p:sp>
        <p:nvSpPr>
          <p:cNvPr id="5" name="Text 2"/>
          <p:cNvSpPr/>
          <p:nvPr/>
        </p:nvSpPr>
        <p:spPr>
          <a:xfrm>
            <a:off x="571738" y="1761411"/>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step by step</a:t>
            </a:r>
            <a:endParaRPr lang="en-US" sz="1250" dirty="0"/>
          </a:p>
        </p:txBody>
      </p:sp>
      <p:sp>
        <p:nvSpPr>
          <p:cNvPr id="6" name="Text 3"/>
          <p:cNvSpPr/>
          <p:nvPr/>
        </p:nvSpPr>
        <p:spPr>
          <a:xfrm>
            <a:off x="571738" y="2063591"/>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first we are going to connect a led on breadboard </a:t>
            </a:r>
            <a:endParaRPr lang="en-US" sz="1250" dirty="0"/>
          </a:p>
        </p:txBody>
      </p:sp>
      <p:sp>
        <p:nvSpPr>
          <p:cNvPr id="7" name="Text 4"/>
          <p:cNvSpPr/>
          <p:nvPr/>
        </p:nvSpPr>
        <p:spPr>
          <a:xfrm>
            <a:off x="571738" y="2365772"/>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After that we will connect a 10k resistor to breadboard </a:t>
            </a:r>
            <a:endParaRPr lang="en-US" sz="1250" dirty="0"/>
          </a:p>
        </p:txBody>
      </p:sp>
      <p:sp>
        <p:nvSpPr>
          <p:cNvPr id="8" name="Text 5"/>
          <p:cNvSpPr/>
          <p:nvPr/>
        </p:nvSpPr>
        <p:spPr>
          <a:xfrm>
            <a:off x="571738" y="2667953"/>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connect the (—) negative of led to Ground of Arduino</a:t>
            </a:r>
            <a:endParaRPr lang="en-US" sz="1250" dirty="0"/>
          </a:p>
        </p:txBody>
      </p:sp>
      <p:sp>
        <p:nvSpPr>
          <p:cNvPr id="9" name="Text 6"/>
          <p:cNvSpPr/>
          <p:nvPr/>
        </p:nvSpPr>
        <p:spPr>
          <a:xfrm>
            <a:off x="571738" y="2970133"/>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connect the (+) positive of led to 3.3v pin of Arduino</a:t>
            </a:r>
            <a:endParaRPr lang="en-US" sz="1250" dirty="0"/>
          </a:p>
        </p:txBody>
      </p:sp>
      <p:sp>
        <p:nvSpPr>
          <p:cNvPr id="10" name="Text 7"/>
          <p:cNvSpPr/>
          <p:nvPr/>
        </p:nvSpPr>
        <p:spPr>
          <a:xfrm>
            <a:off x="571738" y="3272314"/>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plug in the power cable  </a:t>
            </a:r>
            <a:endParaRPr lang="en-US" sz="1250" dirty="0"/>
          </a:p>
        </p:txBody>
      </p:sp>
      <p:sp>
        <p:nvSpPr>
          <p:cNvPr id="11" name="Text 8"/>
          <p:cNvSpPr/>
          <p:nvPr/>
        </p:nvSpPr>
        <p:spPr>
          <a:xfrm>
            <a:off x="571738" y="3574494"/>
            <a:ext cx="8000524" cy="245031"/>
          </a:xfrm>
          <a:prstGeom prst="rect">
            <a:avLst/>
          </a:prstGeom>
          <a:noFill/>
          <a:ln/>
        </p:spPr>
        <p:txBody>
          <a:bodyPr wrap="none" lIns="0" tIns="0" rIns="0" bIns="0" rtlCol="0" anchor="t"/>
          <a:lstStyle/>
          <a:p>
            <a:pPr algn="l" marL="342900" indent="-342900">
              <a:lnSpc>
                <a:spcPts val="1900"/>
              </a:lnSpc>
              <a:buSzPct val="100000"/>
              <a:buChar char="•"/>
            </a:pPr>
            <a:r>
              <a:rPr lang="en-US" sz="1250" dirty="0">
                <a:solidFill>
                  <a:srgbClr val="384653"/>
                </a:solidFill>
                <a:latin typeface="Roboto" pitchFamily="34" charset="0"/>
                <a:ea typeface="Roboto" pitchFamily="34" charset="-122"/>
                <a:cs typeface="Roboto" pitchFamily="34" charset="-120"/>
              </a:rPr>
              <a:t>And then "ready to boom </a:t>
            </a:r>
            <a:pPr algn="l" indent="0" marL="0">
              <a:lnSpc>
                <a:spcPts val="1900"/>
              </a:lnSpc>
              <a:buNone/>
            </a:pPr>
            <a:r>
              <a:rPr lang="en-US" sz="1250" dirty="0">
                <a:solidFill>
                  <a:srgbClr val="000000"/>
                </a:solidFill>
                <a:latin typeface="Roboto" pitchFamily="34" charset="0"/>
                <a:ea typeface="Roboto" pitchFamily="34" charset="-122"/>
                <a:cs typeface="Roboto" pitchFamily="34" charset="-120"/>
              </a:rPr>
              <a:t>💥</a:t>
            </a:r>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 </a:t>
            </a:r>
            <a:endParaRPr lang="en-US" sz="1250" dirty="0"/>
          </a:p>
        </p:txBody>
      </p:sp>
      <p:sp>
        <p:nvSpPr>
          <p:cNvPr id="12" name="Text 9"/>
          <p:cNvSpPr/>
          <p:nvPr/>
        </p:nvSpPr>
        <p:spPr>
          <a:xfrm>
            <a:off x="571738" y="4003238"/>
            <a:ext cx="8000524" cy="245031"/>
          </a:xfrm>
          <a:prstGeom prst="rect">
            <a:avLst/>
          </a:prstGeom>
          <a:noFill/>
          <a:ln/>
        </p:spPr>
        <p:txBody>
          <a:bodyPr wrap="none" lIns="0" tIns="0" rIns="0" bIns="0" rtlCol="0" anchor="t"/>
          <a:lstStyle/>
          <a:p>
            <a:pPr algn="l" indent="0" marL="0">
              <a:lnSpc>
                <a:spcPts val="1900"/>
              </a:lnSpc>
              <a:buNone/>
            </a:pPr>
            <a:endParaRPr lang="en-US" sz="1250" dirty="0"/>
          </a:p>
        </p:txBody>
      </p:sp>
      <p:pic>
        <p:nvPicPr>
          <p:cNvPr id="13" name="Image 1" descr="preencoded.png">    </p:cNvPr>
          <p:cNvPicPr>
            <a:picLocks noChangeAspect="1"/>
          </p:cNvPicPr>
          <p:nvPr/>
        </p:nvPicPr>
        <p:blipFill>
          <a:blip r:embed="rId2"/>
          <a:stretch>
            <a:fillRect/>
          </a:stretch>
        </p:blipFill>
        <p:spPr>
          <a:xfrm>
            <a:off x="1879283" y="4539258"/>
            <a:ext cx="5385316" cy="2450663"/>
          </a:xfrm>
          <a:prstGeom prst="rect">
            <a:avLst/>
          </a:prstGeom>
        </p:spPr>
      </p:pic>
      <p:sp>
        <p:nvSpPr>
          <p:cNvPr id="14" name="Text 10"/>
          <p:cNvSpPr/>
          <p:nvPr/>
        </p:nvSpPr>
        <p:spPr>
          <a:xfrm>
            <a:off x="571738" y="7280910"/>
            <a:ext cx="8000524" cy="245031"/>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 </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2025-06-25T19:55:53Z</dcterms:created>
  <dcterms:modified xsi:type="dcterms:W3CDTF">2025-06-25T19:55:53Z</dcterms:modified>
</cp:coreProperties>
</file>